
<file path=[Content_Types].xml><?xml version="1.0" encoding="utf-8"?>
<ns0:Types xmlns:ns0="http://schemas.openxmlformats.org/package/2006/content-types">
  <ns0:Default Extension="svg" ContentType="image/svg+xml"/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notesMasters/notesMaster1.xml" ContentType="application/vnd.openxmlformats-officedocument.presentationml.notesMaster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[/Sources]</a:t>
            </a:r>
          </a:p>
          <a:p>
            <a:r>
              <a:t>Synthetic fixture — verify evidence provenance.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E001</a:t>
            </a:r>
          </a:p>
          <a:p>
            <a:r>
              <a:t>E003</a:t>
            </a:r>
          </a:p>
          <a:p>
            <a:r>
              <a:t>[/Sources]</a:t>
            </a:r>
          </a:p>
          <a:p>
            <a:r>
              <a:t>Synthetic fixture — verify evidence provenance.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2.png" /><ns0:Relationship Id="rId3" Type="http://schemas.openxmlformats.org/officeDocument/2006/relationships/notesSlide" Target="../notesSlides/notesSlide2.xml" /><ns0:Relationship Id="rId99" Type="http://schemas.openxmlformats.org/officeDocument/2006/relationships/image" Target="../media/plot-canonical.svg" /></ns0: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observation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12064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Synthetic microscopy shows position-dependent defect density.</a:t>
            </a:r>
          </a:p>
          <a:p/>
          <a:p>
            <a:r>
              <a:rPr sz="1800"/>
              <a:t>The spatial trend is not explained by the current process model.</a:t>
            </a:r>
          </a:p>
        </p:txBody>
      </p:sp>
      <p:pic>
        <p:nvPicPr>
          <p:cNvPr id="5" name="Picture 4" descr="observation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463040"/>
            <a:ext cx="530352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4023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Result / Discussion</a:t>
            </a:r>
          </a:p>
          <a:p>
            <a:r>
              <a:rPr sz="1600"/>
              <a:t>The gradient supports the transport hypothesis, but does not discriminate boundary effects.</a:t>
            </a:r>
          </a:p>
          <a:p>
            <a:r>
              <a:rPr sz="1600"/>
              <a:t>Decision: Trend supports the mechanism but a control is missing.</a:t>
            </a:r>
          </a:p>
          <a:p>
            <a:r>
              <a:rPr sz="1600"/>
              <a:t>Next Step: Run synthetic position comparison; status planned; due 2026-09-02T09:00:00Z</a:t>
            </a:r>
          </a:p>
        </p:txBody>
      </p:sp>
      <p:pic>
        <p:nvPicPr>
          <p:cNvPr id="5" name="Picture 4" descr="B001_defect_densit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4846320" y="1554480"/>
            <a:ext cx="658368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