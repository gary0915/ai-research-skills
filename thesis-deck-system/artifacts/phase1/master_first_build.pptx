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2.xml" /><ns0:Relationship Id="rId99" Type="http://schemas.openxmlformats.org/officeDocument/2006/relationships/image" Target="../media/plot-canonical.svg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Synthetic microscopy shows position-dependent defect density.</a:t>
            </a:r>
          </a:p>
          <a:p/>
          <a:p>
            <a:r>
              <a:rPr sz="1800"/>
              <a:t>The spatial trend is not explained by the current process model.</a:t>
            </a:r>
          </a:p>
        </p:txBody>
      </p:sp>
      <p:pic>
        <p:nvPicPr>
          <p:cNvPr id="5" name="Picture 4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303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4023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Result / Discussion</a:t>
            </a:r>
          </a:p>
          <a:p>
            <a:r>
              <a:rPr sz="1600"/>
              <a:t>The gradient supports the transport hypothesis, but does not discriminate boundary effects.</a:t>
            </a:r>
          </a:p>
          <a:p>
            <a:r>
              <a:rPr sz="1600"/>
              <a:t>Decision: Trend supports the mechanism but a control is missing.</a:t>
            </a:r>
          </a:p>
          <a:p>
            <a:r>
              <a:rPr sz="1600"/>
              <a:t>Next Step: Run synthetic position comparison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