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Synthetic microscopy: defect density varies by position.</a:t>
            </a:r>
          </a:p>
          <a:p/>
          <a:p>
            <a:r>
              <a:rPr sz="1800"/>
              <a:t>Test transport versus boundary accumulation.</a:t>
            </a:r>
          </a:p>
        </p:txBody>
      </p:sp>
      <p:pic>
        <p:nvPicPr>
          <p:cNvPr id="4" name="Picture 3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Result / Discussion</a:t>
            </a:r>
          </a:p>
          <a:p>
            <a:r>
              <a:rPr sz="1600"/>
              <a:t>Trend supports transport, but boundary effects remain unresolved.</a:t>
            </a:r>
          </a:p>
          <a:p>
            <a:r>
              <a:rPr sz="1600"/>
              <a:t>Decision: Partial-Go: add control</a:t>
            </a:r>
          </a:p>
          <a:p>
            <a:r>
              <a:rPr sz="1600"/>
              <a:t>Next Step: Tracer control; researcher; due 2026-09-02</a:t>
            </a:r>
          </a:p>
        </p:txBody>
      </p:sp>
      <p:pic>
        <p:nvPicPr>
          <p:cNvPr id="4" name="Picture 3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