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Synthetic fixture: E001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Synthetic fixture: E001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observation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Synthetic fixture • photo_observation</a:t>
            </a:r>
          </a:p>
          <a:p>
            <a:r>
              <a:t>Claim: C001</a:t>
            </a:r>
          </a:p>
          <a:p>
            <a:r>
              <a:t>Evidence: E001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Claim: C001</a:t>
            </a:r>
          </a:p>
          <a:p>
            <a:r>
              <a:t>Evidence: E001</a:t>
            </a:r>
          </a:p>
        </p:txBody>
      </p:sp>
      <p:pic>
        <p:nvPicPr>
          <p:cNvPr id="5" name="Picture 4" descr="B001_defec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55448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