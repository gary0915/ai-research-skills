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Synthetic fixture: E001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Synthetic Native Template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Redistributable test fixture — not laboratory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Representative content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Native title/content placeholders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observation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/>
              <a:t>Synthetic microscopy shows position-dependent defect density.</a:t>
            </a:r>
          </a:p>
          <a:p/>
          <a:p>
            <a:r>
              <a:rPr sz="1800"/>
              <a:t>The spatial trend is not explained by the current process model.</a:t>
            </a:r>
          </a:p>
        </p:txBody>
      </p:sp>
      <p:pic>
        <p:nvPicPr>
          <p:cNvPr id="5" name="Picture 4" descr="observation_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463040"/>
            <a:ext cx="530352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40233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/>
              <a:t>Result / Discussion</a:t>
            </a:r>
          </a:p>
          <a:p>
            <a:r>
              <a:rPr sz="1600"/>
              <a:t>The gradient supports the transport hypothesis, but does not discriminate boundary effects.</a:t>
            </a:r>
          </a:p>
          <a:p>
            <a:r>
              <a:rPr sz="1600"/>
              <a:t>Decision: Trend supports the mechanism but a control is missing.</a:t>
            </a:r>
          </a:p>
          <a:p>
            <a:r>
              <a:rPr sz="1600"/>
              <a:t>Next Step: Run synthetic position comparison</a:t>
            </a:r>
          </a:p>
        </p:txBody>
      </p:sp>
      <p:pic>
        <p:nvPicPr>
          <p:cNvPr id="5" name="Picture 4" descr="B001_defect_dens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554480"/>
            <a:ext cx="6583680" cy="3657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