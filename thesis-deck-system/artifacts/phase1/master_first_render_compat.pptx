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[/Sources]</a:t>
            </a:r>
          </a:p>
          <a:p>
            <a:r>
              <a:t>Synthetic fixture — verify evidence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E001</a:t>
            </a:r>
          </a:p>
          <a:p>
            <a:r>
              <a:t>E003</a:t>
            </a:r>
          </a:p>
          <a:p>
            <a:r>
              <a:t>[/Sources]</a:t>
            </a:r>
          </a:p>
          <a:p>
            <a:r>
              <a:t>Synthetic fixture — verify evidence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Native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Redistributable test fixture — not laboratory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title/content placeholders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Synthetic microscopy shows position-dependent defect density.</a:t>
            </a:r>
          </a:p>
          <a:p/>
          <a:p>
            <a:r>
              <a:rPr sz="1800"/>
              <a:t>The spatial trend is not explained by the current process model.</a:t>
            </a:r>
          </a:p>
        </p:txBody>
      </p:sp>
      <p:pic>
        <p:nvPicPr>
          <p:cNvPr id="5" name="Picture 4" descr="observation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303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0233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Result / Discussion</a:t>
            </a:r>
          </a:p>
          <a:p>
            <a:r>
              <a:rPr sz="1600"/>
              <a:t>The gradient supports the transport hypothesis, but does not discriminate boundary effects.</a:t>
            </a:r>
          </a:p>
          <a:p>
            <a:r>
              <a:rPr sz="1600"/>
              <a:t>Decision: Trend supports the mechanism but a control is missing.</a:t>
            </a:r>
          </a:p>
          <a:p>
            <a:r>
              <a:rPr sz="1600"/>
              <a:t>Next Step: Run synthetic position comparison; status planned; due 2026-09-02T09:00:00Z</a:t>
            </a:r>
          </a:p>
        </p:txBody>
      </p:sp>
      <p:pic>
        <p:nvPicPr>
          <p:cNvPr id="5" name="Picture 4" descr="B001_defec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658368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