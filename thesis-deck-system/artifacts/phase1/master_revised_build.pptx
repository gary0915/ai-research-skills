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2.xml" /><ns0:Relationship Id="rId99" Type="http://schemas.openxmlformats.org/officeDocument/2006/relationships/image" Target="../media/plot-canonical.sv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trend is reproducible but remains only partial support; run a matched-position tracer control before Go.</a:t>
            </a:r>
          </a:p>
          <a:p>
            <a:r>
              <a:rPr sz="1600"/>
              <a:t>Decision: Trend supports the mechanism but a control is missing.</a:t>
            </a:r>
          </a:p>
          <a:p>
            <a:r>
              <a:rPr sz="1600"/>
              <a:t>Next Step: Run synthetic position comparison; due 2026-09-10T09:00:00Z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