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Commitment｜NS101｜done｜Owner: Gary｜Due: 2026-09-10T09:00:00Z</a:t>
            </a:r>
          </a:p>
          <a:p>
            <a:r>
              <a:rPr sz="1600"/>
              <a:t>Commitment｜NS201｜planned｜Owner: Gary｜Due: 2026-09-24T00:00:00Z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Dependencies｜pressure fixture｜Parallel: True</a:t>
            </a:r>
          </a:p>
          <a:p>
            <a:r>
              <a:rPr sz="16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EXP101｜IV: ['含水量']</a:t>
            </a:r>
          </a:p>
          <a:p>
            <a:r>
              <a:rPr sz="1600"/>
              <a:t>Controls: ['原始配方']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['導電度 (mS/cm)']</a:t>
            </a:r>
          </a:p>
          <a:p>
            <a:r>
              <a:rPr sz="1600"/>
              <a:t>Method: ['synthetic-four-probe']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['導電度提升']</a:t>
            </a:r>
          </a:p>
          <a:p>
            <a:r>
              <a:rPr sz="1600"/>
              <a:t>Decision rule: {'go': 'mean conductivity increases &gt;=20%', 'partial_go': '10-20%',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EXP102｜IV: ['位置']</a:t>
            </a:r>
          </a:p>
          <a:p>
            <a:r>
              <a:rPr sz="1600"/>
              <a:t>Controls: ['原始位置分布']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['訊號 CV (%)']</a:t>
            </a:r>
          </a:p>
          <a:p>
            <a:r>
              <a:rPr sz="1600"/>
              <a:t>Method: ['synthetic-signal-test']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['CV 下降']</a:t>
            </a:r>
          </a:p>
          <a:p>
            <a:r>
              <a:rPr sz="16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</a:t>
            </a:r>
          </a:p>
        </p:txBody>
      </p:sp>
      <p:pic>
        <p:nvPicPr>
          <p:cNvPr id="5" name="tds-slot:proposed_panel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</a:t>
            </a:r>
          </a:p>
        </p:txBody>
      </p:sp>
      <p:pic>
        <p:nvPicPr>
          <p:cNvPr id="5" name="tds-slot:proposed_panel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 assessment｜bulk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New observation｜E104</a:t>
            </a:r>
          </a:p>
          <a:p>
            <a:r>
              <a:rPr sz="1800"/>
              <a:t>New hypothesis｜C201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Not explained｜導電度增加後訊號重複性沒有改善。</a:t>
            </a:r>
          </a:p>
          <a:p>
            <a:r>
              <a:rPr sz="1600"/>
              <a:t>Therefore｜剩餘變異隨電極接觸位置改變，因此核心解釋由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imary_figure"/>
          <p:cNvSpPr txBox="1"/>
          <p:nvPr/>
        </p:nvSpPr>
        <p:spPr>
          <a:xfrm>
            <a:off x="6903720" y="1280160"/>
            <a:ext cx="45720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Control｜low-pressure control</a:t>
            </a:r>
          </a:p>
        </p:txBody>
      </p:sp>
      <p:pic>
        <p:nvPicPr>
          <p:cNvPr id="5" name="tds-slot:proposed_panel" descr="H02_conta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Answered｜低接觸壓力下 contact resistance 是主導不穩定來源。</a:t>
            </a:r>
          </a:p>
          <a:p>
            <a:r>
              <a:rPr sz="1800"/>
              <a:t>Hypothesis status｜supported</a:t>
            </a:r>
          </a:p>
          <a:p>
            <a:r>
              <a:rPr sz="1800"/>
              <a:t>Decision｜Go: Contact-pressure control discriminates the interface mechanism.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高壓循環的耐久性與 wear 尚未測試。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