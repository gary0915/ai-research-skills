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19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5.xml" /><ns0:Relationship Id="rId99" Type="http://schemas.openxmlformats.org/officeDocument/2006/relationships/image" Target="../media/A002.sv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10.xml" /><ns0:Relationship Id="rId99" Type="http://schemas.openxmlformats.org/officeDocument/2006/relationships/image" Target="../media/plot-canonical.svg" /></ns0: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6.xml" /><ns0:Relationship Id="rId99" Type="http://schemas.openxmlformats.org/officeDocument/2006/relationships/image" Target="../media/A102.svg" /></ns0: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18.xml" /><ns0:Relationship Id="rId99" Type="http://schemas.openxmlformats.org/officeDocument/2006/relationships/image" Target="../media/A201.svg" /></ns0: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Commitment｜NS101｜planned｜Owner: Gary｜Due: 2026-09-10T09:00:00Z</a:t>
            </a:r>
          </a:p>
          <a:p>
            <a:r>
              <a:rPr sz="1600"/>
              <a:t>Commitment｜NS201｜planned｜Owner: Gary｜Due: 2026-09-24T00:00:00Z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Dependencies｜pressure fixture｜Parallel: True</a:t>
            </a:r>
          </a:p>
          <a:p>
            <a:r>
              <a:rPr sz="1600"/>
              <a:t>Dependencies｜pressure fixture｜Parallel: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Literature 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Strategy｜均化導電度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EXP101｜IV: ['含水量']</a:t>
            </a:r>
          </a:p>
          <a:p>
            <a:r>
              <a:rPr sz="1600"/>
              <a:t>Controls: ['原始配方']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['導電度 (mS/cm)']</a:t>
            </a:r>
          </a:p>
          <a:p>
            <a:r>
              <a:rPr sz="1600"/>
              <a:t>Method: ['synthetic-four-probe']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['導電度提升']</a:t>
            </a:r>
          </a:p>
          <a:p>
            <a:r>
              <a:rPr sz="1600"/>
              <a:t>Decision rule: {'go': 'mean conductivity increases &gt;=20%', 'partial_go': '10-20%', 'no_go': '&lt;10%'}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EXP102｜IV: ['位置']</a:t>
            </a:r>
          </a:p>
          <a:p>
            <a:r>
              <a:rPr sz="1600"/>
              <a:t>Controls: ['原始位置分布']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['訊號 CV (%)']</a:t>
            </a:r>
          </a:p>
          <a:p>
            <a:r>
              <a:rPr sz="1600"/>
              <a:t>Method: ['synthetic-signal-test']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['CV 下降']</a:t>
            </a:r>
          </a:p>
          <a:p>
            <a:r>
              <a:rPr sz="1600"/>
              <a:t>Decision rule: {'go': 'CV decreases &gt;=30%', 'partial_go': '10-30%', 'no_go': '&lt;10%'}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4069080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001414"/>
            <a:ext cx="5989320" cy="1302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/>
              <a:t>RES101｜平均導電度增加 24% ± 5% SD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RES101｜平均導電度增加 24% ± 5% SD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4069080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001414"/>
            <a:ext cx="5989320" cy="1302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/>
              <a:t>RES102｜訊號 CV 僅下降 4% ± 6% SD，屬 No-Go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RES102｜訊號 CV 僅下降 4% ± 6% SD，屬 No-Go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RES102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 assessment｜bulk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Decision｜Partial-Go: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New observation｜E104</a:t>
            </a:r>
          </a:p>
          <a:p>
            <a:r>
              <a:rPr sz="1800"/>
              <a:t>New hypothesis｜C201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Not explained｜導電度增加後訊號重複性沒有改善。</a:t>
            </a:r>
          </a:p>
          <a:p>
            <a:r>
              <a:rPr sz="1600"/>
              <a:t>Therefore｜剩餘變異隨電極接觸位置改變，因此核心解釋由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Literature 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匹配導電度並改變接觸壓力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IV: contact pressure</a:t>
            </a:r>
          </a:p>
          <a:p>
            <a:r>
              <a:rPr sz="1600"/>
              <a:t>Controls: bulk conductivity; 電極幾何</a:t>
            </a:r>
          </a:p>
          <a:p>
            <a:r>
              <a:rPr sz="1600"/>
              <a:t>Baselines: low-pressure control</a:t>
            </a:r>
          </a:p>
          <a:p>
            <a:r>
              <a:rPr sz="1600"/>
              <a:t>N/replicates: replicates: 5; samples: 15</a:t>
            </a:r>
          </a:p>
          <a:p>
            <a:r>
              <a:rPr sz="1600"/>
              <a:t>Metrics/units: 訊號 CV (%); contact resistance (ohm)</a:t>
            </a:r>
          </a:p>
          <a:p>
            <a:r>
              <a:rPr sz="1600"/>
              <a:t>Method: synthetic-pressure-fixture</a:t>
            </a:r>
          </a:p>
          <a:p>
            <a:r>
              <a:rPr sz="1600"/>
              <a:t>Prediction: CV and resistance decrease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8275320" y="1280160"/>
            <a:ext cx="3200400" cy="2194560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2772460"/>
            <a:ext cx="3200400" cy="702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/>
              <a:t>高壓條件 CV 下降 38% ± 7% SD，contact resistance 同步下降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高壓條件 CV 下降 38% ± 7% SD，contact resistance 同步下降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RES201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None identified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Discussion uncertainty｜高壓長期循環是否造成新的 wear mechanism 尚未知。</a:t>
            </a:r>
          </a:p>
          <a:p>
            <a:r>
              <a:rPr sz="1600"/>
              <a:t>Summary 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Hypothesis status｜supported</a:t>
            </a:r>
          </a:p>
          <a:p>
            <a:r>
              <a:rPr sz="1600"/>
              <a:t>Decision｜Go: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