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19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1.png" /><ns0:Relationship Id="rId3" Type="http://schemas.openxmlformats.org/officeDocument/2006/relationships/notesSlide" Target="../notesSlides/notesSlide4.xml" /><ns0:Relationship Id="rId99" Type="http://schemas.openxmlformats.org/officeDocument/2006/relationships/image" Target="../media/A101.sv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5.xml" /><ns0:Relationship Id="rId99" Type="http://schemas.openxmlformats.org/officeDocument/2006/relationships/image" Target="../media/A002.svg" /></ns0: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9.xml" /><ns0:Relationship Id="rId99" Type="http://schemas.openxmlformats.org/officeDocument/2006/relationships/image" Target="../media/plot-canonical.svg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10.xml" /><ns0:Relationship Id="rId99" Type="http://schemas.openxmlformats.org/officeDocument/2006/relationships/image" Target="../media/plot-canonical.svg" /></ns0: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16.xml" /><ns0:Relationship Id="rId99" Type="http://schemas.openxmlformats.org/officeDocument/2006/relationships/image" Target="../media/A102.svg" /></ns0: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5.png" /><ns0:Relationship Id="rId3" Type="http://schemas.openxmlformats.org/officeDocument/2006/relationships/notesSlide" Target="../notesSlides/notesSlide18.xml" /><ns0:Relationship Id="rId99" Type="http://schemas.openxmlformats.org/officeDocument/2006/relationships/image" Target="../media/A201.svg" /></ns0: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Commitment｜NS101; NS201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Current｜H002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Parallel｜interface-mechanism; interface-mechanism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rev1</a:t>
            </a:r>
          </a:p>
          <a:p>
            <a:r>
              <a:rPr sz="1600"/>
              <a:t>Focus｜FB-MATERIAL-HYDRATION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Evidence｜C102; C103; E103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IV｜含水量</a:t>
            </a:r>
          </a:p>
          <a:p>
            <a:r>
              <a:rPr sz="1600"/>
              <a:t>Controls｜電極幾何; 接觸壓力</a:t>
            </a:r>
          </a:p>
          <a:p>
            <a:r>
              <a:rPr sz="1600"/>
              <a:t>Baseline｜原始配方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Outputs｜導電度 (mS/cm)</a:t>
            </a:r>
          </a:p>
          <a:p>
            <a:r>
              <a:rPr sz="1600"/>
              <a:t>Units｜導電度 (mS/cm)</a:t>
            </a:r>
          </a:p>
          <a:p>
            <a:r>
              <a:rPr sz="1600"/>
              <a:t>Method｜synthetic-four-probe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Prediction｜導電度提升</a:t>
            </a:r>
          </a:p>
          <a:p>
            <a:r>
              <a:rPr sz="1600"/>
              <a:t>Rule｜go: mean conductivity increases &gt;=20%; partial_go: 10-20%; no_go: &lt;10%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IV｜位置</a:t>
            </a:r>
          </a:p>
          <a:p>
            <a:r>
              <a:rPr sz="1600"/>
              <a:t>Controls｜配方; 電極; 接觸壓力</a:t>
            </a:r>
          </a:p>
          <a:p>
            <a:r>
              <a:rPr sz="1600"/>
              <a:t>Baseline｜原始位置分布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Outputs｜訊號 CV (%)</a:t>
            </a:r>
          </a:p>
          <a:p>
            <a:r>
              <a:rPr sz="1600"/>
              <a:t>Units｜訊號 CV (%)</a:t>
            </a:r>
          </a:p>
          <a:p>
            <a:r>
              <a:rPr sz="1600"/>
              <a:t>Method｜synthetic-signal-test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下降</a:t>
            </a:r>
          </a:p>
          <a:p>
            <a:r>
              <a:rPr sz="1600"/>
              <a:t>Rule｜go: CV decreases &gt;=30%; partial_go: 10-30%; no_go: &lt;10%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Figure｜RES101｜平均導電度增加 24% ± 5% SD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ID｜RES101</a:t>
            </a:r>
          </a:p>
          <a:p>
            <a:r>
              <a:rPr sz="1600"/>
              <a:t>Result｜平均導電度增加 24% ± 5% SD</a:t>
            </a:r>
          </a:p>
          <a:p>
            <a:r>
              <a:rPr sz="1600"/>
              <a:t>Metric｜{'name': 'CV', 'value': 24, 'uncertainty': 5, 'units': '%'}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Figure｜RES102｜訊號 CV 僅下降 4% ± 6% SD，屬 No-Go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ID｜RES102</a:t>
            </a:r>
          </a:p>
          <a:p>
            <a:r>
              <a:rPr sz="1600"/>
              <a:t>Result｜訊號 CV 僅下降 4% ± 6% SD，屬 No-Go</a:t>
            </a:r>
          </a:p>
          <a:p>
            <a:r>
              <a:rPr sz="1600"/>
              <a:t>Metric｜{'name': 'CV', 'value': 4, 'uncertainty': 5, 'units': '%'}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Conflict｜RES102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Pattern｜導電度提升成立，但重複性沒有同步改善。</a:t>
            </a:r>
          </a:p>
          <a:p>
            <a:r>
              <a:rPr sz="1600"/>
              <a:t>Mechanism｜bulk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Answer｜bulk conductivity 影響缺陷梯度，但不足以單獨解釋重複性。</a:t>
            </a:r>
          </a:p>
          <a:p>
            <a:r>
              <a:rPr sz="1800"/>
              <a:t>Status｜partial_support</a:t>
            </a:r>
          </a:p>
          <a:p>
            <a:r>
              <a:rPr sz="1800"/>
              <a:t>Decision｜Partial-Go;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 H｜C101</a:t>
            </a:r>
          </a:p>
          <a:p>
            <a:r>
              <a:rPr sz="1800"/>
              <a:t>Key results｜RES101; RES102</a:t>
            </a:r>
          </a:p>
          <a:p>
            <a:r>
              <a:rPr sz="1800"/>
              <a:t>Precursor｜E104</a:t>
            </a:r>
          </a:p>
          <a:p>
            <a:r>
              <a:rPr sz="1800"/>
              <a:t>New H｜C201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Unresolved｜導電度增加後訊號重複性沒有改善。</a:t>
            </a:r>
          </a:p>
          <a:p>
            <a:r>
              <a:rPr sz="1600"/>
              <a:t>Rationale｜剩餘變異隨電極接觸位置改變，因此核心解釋由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rev2</a:t>
            </a:r>
          </a:p>
          <a:p>
            <a:r>
              <a:rPr sz="1600"/>
              <a:t>Focus｜FB-ELECTRODE-CONTACT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observation_text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3429000"/>
            <a:ext cx="27432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Question｜低接觸壓力下，contact resistance 是否主導訊號不穩定？</a:t>
            </a:r>
          </a:p>
        </p:txBody>
      </p:sp>
      <p:sp>
        <p:nvSpPr>
          <p:cNvPr id="6" name="tds-slot:literature_evidence"/>
          <p:cNvSpPr txBox="1"/>
          <p:nvPr/>
        </p:nvSpPr>
        <p:spPr>
          <a:xfrm>
            <a:off x="3749039" y="1280160"/>
            <a:ext cx="37490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7" name="tds-slot:mechanism_diagram"/>
          <p:cNvSpPr txBox="1"/>
          <p:nvPr/>
        </p:nvSpPr>
        <p:spPr>
          <a:xfrm>
            <a:off x="7772400" y="1280160"/>
            <a:ext cx="1920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Mechanism｜contact resistance</a:t>
            </a:r>
          </a:p>
          <a:p>
            <a:r>
              <a:rPr sz="1600"/>
              <a:t>Evidence｜C202; C203; E202</a:t>
            </a:r>
          </a:p>
        </p:txBody>
      </p:sp>
      <p:sp>
        <p:nvSpPr>
          <p:cNvPr id="8" name="tds-slot:strategy"/>
          <p:cNvSpPr txBox="1"/>
          <p:nvPr/>
        </p:nvSpPr>
        <p:spPr>
          <a:xfrm>
            <a:off x="9875520" y="1280160"/>
            <a:ext cx="1554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Strategy｜匹配導電度並改變接觸壓力</a:t>
            </a:r>
          </a:p>
          <a:p>
            <a:r>
              <a:rPr sz="1600"/>
              <a:t>Criterion｜預測指標跨過 decision threshold</a:t>
            </a:r>
          </a:p>
        </p:txBody>
      </p:sp>
      <p:sp>
        <p:nvSpPr>
          <p:cNvPr id="9" name="tds-slot:primary_figure"/>
          <p:cNvSpPr txBox="1"/>
          <p:nvPr/>
        </p:nvSpPr>
        <p:spPr>
          <a:xfrm>
            <a:off x="7772400" y="3611880"/>
            <a:ext cx="3657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53035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IV｜contact pressure</a:t>
            </a:r>
          </a:p>
          <a:p>
            <a:r>
              <a:rPr sz="1600"/>
              <a:t>Controls｜bulk conductivity; 電極幾何</a:t>
            </a:r>
          </a:p>
          <a:p>
            <a:r>
              <a:rPr sz="1600"/>
              <a:t>Baseline｜low-pressure control</a:t>
            </a:r>
          </a:p>
          <a:p>
            <a:r>
              <a:rPr sz="1600"/>
              <a:t>Sample｜replicates: 5; samples: 15</a:t>
            </a:r>
          </a:p>
          <a:p>
            <a:r>
              <a:rPr sz="1600"/>
              <a:t>N｜5</a:t>
            </a:r>
          </a:p>
          <a:p>
            <a:r>
              <a:rPr sz="1600"/>
              <a:t>Outputs｜訊號 CV (%); contact resistance (ohm)</a:t>
            </a:r>
          </a:p>
          <a:p>
            <a:r>
              <a:rPr sz="1600"/>
              <a:t>Units｜訊號 CV (%); contact resistance (ohm)</a:t>
            </a:r>
          </a:p>
          <a:p>
            <a:r>
              <a:rPr sz="1600"/>
              <a:t>Method｜synthetic-pressure-fixture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6217920" y="128016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and resistance decrease</a:t>
            </a:r>
          </a:p>
          <a:p>
            <a:r>
              <a:rPr sz="1600"/>
              <a:t>Rule｜go: both metrics improve; partial_go: one metric improves; no_go: neither improves</a:t>
            </a:r>
          </a:p>
        </p:txBody>
      </p:sp>
      <p:pic>
        <p:nvPicPr>
          <p:cNvPr id="6" name="tds-slot:result_plot/figure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8275320" y="1280160"/>
            <a:ext cx="3200400" cy="1887321"/>
          </a:xfrm>
          <a:prstGeom prst="rect">
            <a:avLst/>
          </a:prstGeom>
        </p:spPr>
      </p:pic>
      <p:sp>
        <p:nvSpPr>
          <p:cNvPr id="7" name="tds-slot:result_plot/annotation"/>
          <p:cNvSpPr txBox="1"/>
          <p:nvPr/>
        </p:nvSpPr>
        <p:spPr>
          <a:xfrm>
            <a:off x="8275320" y="3167481"/>
            <a:ext cx="3200400" cy="30723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Figure｜RES201｜高壓條件 CV 下降 38% ± 7% SD，contact resistance 同步下降</a:t>
            </a:r>
          </a:p>
        </p:txBody>
      </p:sp>
      <p:sp>
        <p:nvSpPr>
          <p:cNvPr id="8" name="tds-slot:result_annotation"/>
          <p:cNvSpPr txBox="1"/>
          <p:nvPr/>
        </p:nvSpPr>
        <p:spPr>
          <a:xfrm>
            <a:off x="6217920" y="3611880"/>
            <a:ext cx="525780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ID｜RES201</a:t>
            </a:r>
          </a:p>
          <a:p>
            <a:r>
              <a:rPr sz="1600"/>
              <a:t>Result｜高壓條件 CV 下降 38% ± 7% SD，contact resistance 同步下降</a:t>
            </a:r>
          </a:p>
          <a:p>
            <a:r>
              <a:rPr sz="1600"/>
              <a:t>Metric｜{'name': 'CV', 'value': 24, 'uncertainty': 5, 'units': '%'}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Support｜RES201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37033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Conflict｜none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discussion_synthesis"/>
          <p:cNvSpPr txBox="1"/>
          <p:nvPr/>
        </p:nvSpPr>
        <p:spPr>
          <a:xfrm>
            <a:off x="6675120" y="1280160"/>
            <a:ext cx="4800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Cross-experiment pattern｜匹配導電度後，提高接觸壓力明顯降低變異。</a:t>
            </a:r>
          </a:p>
          <a:p>
            <a:r>
              <a:rPr sz="1600"/>
              <a:t>Mechanism assessment｜contact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</p:txBody>
      </p:sp>
      <p:sp>
        <p:nvSpPr>
          <p:cNvPr id="7" name="tds-slot:uncertainty"/>
          <p:cNvSpPr txBox="1"/>
          <p:nvPr/>
        </p:nvSpPr>
        <p:spPr>
          <a:xfrm>
            <a:off x="731520" y="3474720"/>
            <a:ext cx="5257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Pattern｜匹配導電度後，提高接觸壓力明顯降低變異。</a:t>
            </a:r>
          </a:p>
          <a:p>
            <a:r>
              <a:rPr sz="1600"/>
              <a:t>Mechanism｜contact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  <a:p>
            <a:r>
              <a:rPr sz="1600"/>
              <a:t>Uncertainty｜高壓長期循環是否造成新的 wear mechanism 尚未知。</a:t>
            </a:r>
          </a:p>
          <a:p>
            <a:r>
              <a:rPr sz="1600"/>
              <a:t>Unresolved｜高壓循環的耐久性與 wear 尚未測試。</a:t>
            </a:r>
          </a:p>
        </p:txBody>
      </p:sp>
      <p:sp>
        <p:nvSpPr>
          <p:cNvPr id="8" name="tds-slot:decision_status"/>
          <p:cNvSpPr txBox="1"/>
          <p:nvPr/>
        </p:nvSpPr>
        <p:spPr>
          <a:xfrm>
            <a:off x="62179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Answer｜低接觸壓力下 contact resistance 是主導不穩定來源。</a:t>
            </a:r>
          </a:p>
          <a:p>
            <a:r>
              <a:rPr sz="1600"/>
              <a:t>Status｜supported</a:t>
            </a:r>
          </a:p>
          <a:p>
            <a:r>
              <a:rPr sz="1600"/>
              <a:t>Decision｜Go; Contact-pressure control discriminates the interface mechanism.</a:t>
            </a:r>
          </a:p>
        </p:txBody>
      </p:sp>
      <p:sp>
        <p:nvSpPr>
          <p:cNvPr id="9" name="tds-slot:next_step"/>
          <p:cNvSpPr txBox="1"/>
          <p:nvPr/>
        </p:nvSpPr>
        <p:spPr>
          <a:xfrm>
            <a:off x="89611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