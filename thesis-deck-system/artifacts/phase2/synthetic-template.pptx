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1219199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Synthetic Native Template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Redistributable test fixture — not laboratory data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Representative content layout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Native title/content placeholders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