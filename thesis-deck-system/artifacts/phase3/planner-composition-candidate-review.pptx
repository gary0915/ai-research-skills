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A-EXPERIMENT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CASE-A-EXPERIMENT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A-EXPERIMENT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BCF-FEASIBILITY-EVIDENCE-MATRIX</a:t>
            </a:r>
          </a:p>
          <a:p/>
          <a:p>
            <a:r>
              <a:rPr sz="1800"/>
              <a:t>experiment_visual / evidence_matrix / caption_strip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B-PHYSICAL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CASE-B-PHYSICAL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B-PHYSICAL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BCF-PHYSICAL-VALIDATION-MATRIX</a:t>
            </a:r>
          </a:p>
          <a:p/>
          <a:p>
            <a:r>
              <a:rPr sz="1800"/>
              <a:t>physical_visual_grid / validation_plot / caption_matrix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C-RESULT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CASE-C-RESULT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C-RESULT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BCF-REAL-RESULT-VALIDATION</a:t>
            </a:r>
          </a:p>
          <a:p/>
          <a:p>
            <a:r>
              <a:rPr sz="1800"/>
              <a:t>dominant_result_plot / metric_callout / compact_context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D-MULTIMODAL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CASE-D-MULTIMODAL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D-MULTIMODAL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BCF-PHYSICAL-VALIDATION-MATRIX</a:t>
            </a:r>
          </a:p>
          <a:p/>
          <a:p>
            <a:r>
              <a:rPr sz="1800"/>
              <a:t>physical_visual_grid / validation_plot / caption_matrix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E-LITERATURE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CASE-E-LITERATURE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E-LITERATURE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BCF-LITERATURE-VISUAL-MATRIX</a:t>
            </a:r>
          </a:p>
          <a:p/>
          <a:p>
            <a:r>
              <a:rPr sz="1800"/>
              <a:t>literature_visual_grid / citation_strip / synthesis_callout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F-COMPARISON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CASE-F-COMPARISON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F-COMPARISON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BCF-TECHNOLOGY-COMPARISON</a:t>
            </a:r>
          </a:p>
          <a:p/>
          <a:p>
            <a:r>
              <a:rPr sz="1800"/>
              <a:t>approach_comparison / criteria_table / mechanism_pair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G-PRINCIPLE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CASE-G-PRINCIPLE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G-PRINCIPLE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BCF-PRINCIPLE-EQUIPMENT-SPLIT</a:t>
            </a:r>
          </a:p>
          <a:p/>
          <a:p>
            <a:r>
              <a:rPr sz="1800"/>
              <a:t>principle_schematic / instrument_visual / specification_table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H-HISTORICAL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CASE-H-HISTORICAL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H-HISTORICAL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BCF-REAL-RESULT-VALIDATION</a:t>
            </a:r>
          </a:p>
          <a:p/>
          <a:p>
            <a:r>
              <a:rPr sz="1800"/>
              <a:t>dominant_result_plot / metric_callout / compact_context</a:t>
            </a:r>
          </a:p>
          <a:p/>
          <a:p>
            <a:r>
              <a:rPr sz="1800"/>
              <a:t>historical_reuse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I-CONTINUATION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CASE-I-CONTINUATION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I-CONTINUATION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BCF-HARDWARE-DESIGN-PROCEDURE</a:t>
            </a:r>
          </a:p>
          <a:p/>
          <a:p>
            <a:r>
              <a:rPr sz="1800"/>
              <a:t>large_hardware_visual / procedure_controls / go_criterion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PPA-CASE-J-DIVERSITY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Planner review CASE-J-DIVERSITY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composition-text:PPA-CASE-J-DIVERSITY"/>
          <p:cNvSpPr txBox="1"/>
          <p:nvPr/>
        </p:nvSpPr>
        <p:spPr>
          <a:xfrm>
            <a:off x="640080" y="1280160"/>
            <a:ext cx="3566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BCF-PHYSICAL-VALIDATION-MATRIX</a:t>
            </a:r>
          </a:p>
          <a:p/>
          <a:p>
            <a:r>
              <a:rPr sz="1800"/>
              <a:t>physical_visual_grid / validation_plot / caption_matrix</a:t>
            </a:r>
          </a:p>
          <a:p/>
          <a:p>
            <a:r>
              <a:rPr sz="1800"/>
              <a:t>automatic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