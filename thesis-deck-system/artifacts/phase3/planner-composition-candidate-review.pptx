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[/Sources]</a:t>
            </a:r>
          </a:p>
          <a:p>
            <a:r>
              <a:t>logical_slide_id=PPA-CASE-A-EXPERIMENT</a:t>
            </a:r>
          </a:p>
          <a:p>
            <a:r>
              <a:t>candidate_id=PPC-A118F5613DDB64C3</a:t>
            </a:r>
          </a:p>
          <a:p>
            <a:r>
              <a:t>body_family_id=BCF-HARDWARE-DESIGN-PROCEDURE</a:t>
            </a:r>
          </a:p>
          <a:p>
            <a:r>
              <a:t>selected=True</a:t>
            </a:r>
          </a:p>
          <a:p>
            <a:r>
              <a:t>synthetic_non_evidence=true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[/Sources]</a:t>
            </a:r>
          </a:p>
          <a:p>
            <a:r>
              <a:t>logical_slide_id=PPA-CASE-B-PHYSICAL</a:t>
            </a:r>
          </a:p>
          <a:p>
            <a:r>
              <a:t>candidate_id=PPC-096AA5FA0BA06EE1</a:t>
            </a:r>
          </a:p>
          <a:p>
            <a:r>
              <a:t>body_family_id=BCF-PHYSICAL-VALIDATION-MATRIX</a:t>
            </a:r>
          </a:p>
          <a:p>
            <a:r>
              <a:t>selected=True</a:t>
            </a:r>
          </a:p>
          <a:p>
            <a:r>
              <a:t>synthetic_non_evidence=true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[/Sources]</a:t>
            </a:r>
          </a:p>
          <a:p>
            <a:r>
              <a:t>logical_slide_id=PPA-CASE-C-RESULT</a:t>
            </a:r>
          </a:p>
          <a:p>
            <a:r>
              <a:t>candidate_id=PPC-6DC7B591568B4649</a:t>
            </a:r>
          </a:p>
          <a:p>
            <a:r>
              <a:t>body_family_id=BCF-REAL-RESULT-VALIDATION</a:t>
            </a:r>
          </a:p>
          <a:p>
            <a:r>
              <a:t>selected=True</a:t>
            </a:r>
          </a:p>
          <a:p>
            <a:r>
              <a:t>synthetic_non_evidence=true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[/Sources]</a:t>
            </a:r>
          </a:p>
          <a:p>
            <a:r>
              <a:t>logical_slide_id=PPA-CASE-D-MULTIMODAL</a:t>
            </a:r>
          </a:p>
          <a:p>
            <a:r>
              <a:t>candidate_id=PPC-B2E8AD28884FEC68</a:t>
            </a:r>
          </a:p>
          <a:p>
            <a:r>
              <a:t>body_family_id=BCF-PHYSICAL-VALIDATION-MATRIX</a:t>
            </a:r>
          </a:p>
          <a:p>
            <a:r>
              <a:t>selected=True</a:t>
            </a:r>
          </a:p>
          <a:p>
            <a:r>
              <a:t>synthetic_non_evidence=true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[/Sources]</a:t>
            </a:r>
          </a:p>
          <a:p>
            <a:r>
              <a:t>logical_slide_id=PPA-CASE-E-LITERATURE</a:t>
            </a:r>
          </a:p>
          <a:p>
            <a:r>
              <a:t>candidate_id=PPC-2067AD3AC8E29B97</a:t>
            </a:r>
          </a:p>
          <a:p>
            <a:r>
              <a:t>body_family_id=BCF-LITERATURE-VISUAL-MATRIX</a:t>
            </a:r>
          </a:p>
          <a:p>
            <a:r>
              <a:t>selected=True</a:t>
            </a:r>
          </a:p>
          <a:p>
            <a:r>
              <a:t>synthetic_non_evidence=true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[/Sources]</a:t>
            </a:r>
          </a:p>
          <a:p>
            <a:r>
              <a:t>logical_slide_id=PPA-CASE-F-COMPARISON</a:t>
            </a:r>
          </a:p>
          <a:p>
            <a:r>
              <a:t>candidate_id=PPC-1BB2BEBF7E6618D7</a:t>
            </a:r>
          </a:p>
          <a:p>
            <a:r>
              <a:t>body_family_id=BCF-TECHNOLOGY-COMPARISON</a:t>
            </a:r>
          </a:p>
          <a:p>
            <a:r>
              <a:t>selected=True</a:t>
            </a:r>
          </a:p>
          <a:p>
            <a:r>
              <a:t>synthetic_non_evidence=true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[/Sources]</a:t>
            </a:r>
          </a:p>
          <a:p>
            <a:r>
              <a:t>logical_slide_id=PPA-CASE-G-PRINCIPLE</a:t>
            </a:r>
          </a:p>
          <a:p>
            <a:r>
              <a:t>candidate_id=PPC-E866D0D74E77404B</a:t>
            </a:r>
          </a:p>
          <a:p>
            <a:r>
              <a:t>body_family_id=BCF-PRINCIPLE-EQUIPMENT-SPLIT</a:t>
            </a:r>
          </a:p>
          <a:p>
            <a:r>
              <a:t>selected=True</a:t>
            </a:r>
          </a:p>
          <a:p>
            <a:r>
              <a:t>synthetic_non_evidence=true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[/Sources]</a:t>
            </a:r>
          </a:p>
          <a:p>
            <a:r>
              <a:t>logical_slide_id=PPA-CASE-H-HISTORICAL</a:t>
            </a:r>
          </a:p>
          <a:p>
            <a:r>
              <a:t>candidate_id=PPC-468E2014216AC345</a:t>
            </a:r>
          </a:p>
          <a:p>
            <a:r>
              <a:t>body_family_id=BCF-REAL-RESULT-VALIDATION</a:t>
            </a:r>
          </a:p>
          <a:p>
            <a:r>
              <a:t>selected=True</a:t>
            </a:r>
          </a:p>
          <a:p>
            <a:r>
              <a:t>synthetic_non_evidence=true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[/Sources]</a:t>
            </a:r>
          </a:p>
          <a:p>
            <a:r>
              <a:t>logical_slide_id=PPA-CASE-I-CONTINUATION</a:t>
            </a:r>
          </a:p>
          <a:p>
            <a:r>
              <a:t>candidate_id=PPC-F1CFC7CC4822B5C0</a:t>
            </a:r>
          </a:p>
          <a:p>
            <a:r>
              <a:t>body_family_id=BCF-HARDWARE-DESIGN-PROCEDURE</a:t>
            </a:r>
          </a:p>
          <a:p>
            <a:r>
              <a:t>selected=True</a:t>
            </a:r>
          </a:p>
          <a:p>
            <a:r>
              <a:t>synthetic_non_evidence=true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[/Sources]</a:t>
            </a:r>
          </a:p>
          <a:p>
            <a:r>
              <a:t>logical_slide_id=PPA-CASE-J-DIVERSITY</a:t>
            </a:r>
          </a:p>
          <a:p>
            <a:r>
              <a:t>candidate_id=PPC-8B074929C8B57B90</a:t>
            </a:r>
          </a:p>
          <a:p>
            <a:r>
              <a:t>body_family_id=BCF-THREE-COLUMN-PHYSICAL-COMPARISON</a:t>
            </a:r>
          </a:p>
          <a:p>
            <a:r>
              <a:t>selected=True</a:t>
            </a:r>
          </a:p>
          <a:p>
            <a:r>
              <a:t>synthetic_non_evidence=true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[/Sources]</a:t>
            </a:r>
          </a:p>
          <a:p>
            <a:r>
              <a:t>logical_slide_id=PPA-CASE-J-DIVERSITY</a:t>
            </a:r>
          </a:p>
          <a:p>
            <a:r>
              <a:t>candidate_id=PPC-EFFDE13A1C6DCF85</a:t>
            </a:r>
          </a:p>
          <a:p>
            <a:r>
              <a:t>body_family_id=BCF-PHYSICAL-VALIDATION-MATRIX</a:t>
            </a:r>
          </a:p>
          <a:p>
            <a:r>
              <a:t>selected=False</a:t>
            </a:r>
          </a:p>
          <a:p>
            <a:r>
              <a:t>synthetic_non_evidence=true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ds-title:PPA-CASE-A-EXPERIMENT::PPC-A118F5613DDB64C3"/>
          <p:cNvSpPr>
            <a:spLocks noGrp="1"/>
          </p:cNvSpPr>
          <p:nvPr>
            <p:ph type="title"/>
          </p:nvPr>
        </p:nvSpPr>
        <p:spPr>
          <a:xfrm>
            <a:off x="502920" y="201168"/>
            <a:ext cx="11109960" cy="685800"/>
          </a:xfrm>
        </p:spPr>
        <p:txBody>
          <a:bodyPr lIns="0" rIns="0" tIns="0" bIns="0"/>
          <a:lstStyle/>
          <a:p>
            <a:r>
              <a:rPr sz="2200"/>
              <a:t>Planner review CASE-A-EXPERIMENT | BCF-HARDWARE-DESIGN-PROCEDURE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PPA::PPA-CASE-A-EXPERIMENT::PPC-A118F5613DDB64C3::hardware::primary_visual::CAD"/>
          <p:cNvSpPr txBox="1"/>
          <p:nvPr/>
        </p:nvSpPr>
        <p:spPr>
          <a:xfrm>
            <a:off x="1073505" y="1376172"/>
            <a:ext cx="6067958" cy="32644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/>
              <a:t>SYNTHETIC_NON_EVIDENCE</a:t>
            </a:r>
          </a:p>
          <a:p>
            <a:r>
              <a:rPr sz="1200"/>
              <a:t>primary_visual</a:t>
            </a:r>
          </a:p>
        </p:txBody>
      </p:sp>
      <p:sp>
        <p:nvSpPr>
          <p:cNvPr id="5" name="PPA::PPA-CASE-A-EXPERIMENT::PPC-A118F5613DDB64C3::procedure::procedure::CONTROLS"/>
          <p:cNvSpPr txBox="1"/>
          <p:nvPr/>
        </p:nvSpPr>
        <p:spPr>
          <a:xfrm>
            <a:off x="7683246" y="1376172"/>
            <a:ext cx="3359048" cy="223845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/>
              <a:t>SYNTHETIC_NON_EVIDENCE</a:t>
            </a:r>
          </a:p>
          <a:p>
            <a:r>
              <a:rPr sz="1200"/>
              <a:t>procedure</a:t>
            </a:r>
          </a:p>
        </p:txBody>
      </p:sp>
      <p:sp>
        <p:nvSpPr>
          <p:cNvPr id="6" name="PPA::PPA-CASE-A-EXPERIMENT::PPC-A118F5613DDB64C3::go::go_criterion::GO"/>
          <p:cNvSpPr txBox="1"/>
          <p:nvPr/>
        </p:nvSpPr>
        <p:spPr>
          <a:xfrm>
            <a:off x="7683246" y="3941063"/>
            <a:ext cx="3359048" cy="7461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/>
              <a:t>SYNTHETIC_NON_EVIDENCE</a:t>
            </a:r>
          </a:p>
          <a:p>
            <a:r>
              <a:rPr sz="1200"/>
              <a:t>go_criterion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ds-title:PPA-CASE-B-PHYSICAL::PPC-096AA5FA0BA06EE1"/>
          <p:cNvSpPr>
            <a:spLocks noGrp="1"/>
          </p:cNvSpPr>
          <p:nvPr>
            <p:ph type="title"/>
          </p:nvPr>
        </p:nvSpPr>
        <p:spPr>
          <a:xfrm>
            <a:off x="502920" y="201168"/>
            <a:ext cx="11109960" cy="685800"/>
          </a:xfrm>
        </p:spPr>
        <p:txBody>
          <a:bodyPr lIns="0" rIns="0" tIns="0" bIns="0"/>
          <a:lstStyle/>
          <a:p>
            <a:r>
              <a:rPr sz="2200"/>
              <a:t>Planner review CASE-B-PHYSICAL | BCF-PHYSICAL-VALIDATION-MATRIX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PPA::PPA-CASE-B-PHYSICAL::PPC-096AA5FA0BA06EE1::photo_a::primary_visual::PHOTO-1"/>
          <p:cNvSpPr txBox="1"/>
          <p:nvPr/>
        </p:nvSpPr>
        <p:spPr>
          <a:xfrm>
            <a:off x="1073505" y="1376172"/>
            <a:ext cx="3033979" cy="153893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/>
              <a:t>SYNTHETIC_NON_EVIDENCE</a:t>
            </a:r>
          </a:p>
          <a:p>
            <a:r>
              <a:rPr sz="1200"/>
              <a:t>primary_visual</a:t>
            </a:r>
          </a:p>
        </p:txBody>
      </p:sp>
      <p:sp>
        <p:nvSpPr>
          <p:cNvPr id="5" name="PPA::PPA-CASE-B-PHYSICAL::PPC-096AA5FA0BA06EE1::photo_b::secondary_visual::PLOT-1"/>
          <p:cNvSpPr txBox="1"/>
          <p:nvPr/>
        </p:nvSpPr>
        <p:spPr>
          <a:xfrm>
            <a:off x="4432554" y="1376172"/>
            <a:ext cx="3033979" cy="153893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/>
              <a:t>SYNTHETIC_NON_EVIDENCE</a:t>
            </a:r>
          </a:p>
          <a:p>
            <a:r>
              <a:rPr sz="1200"/>
              <a:t>secondary_visual</a:t>
            </a:r>
          </a:p>
        </p:txBody>
      </p:sp>
      <p:sp>
        <p:nvSpPr>
          <p:cNvPr id="6" name="PPA::PPA-CASE-B-PHYSICAL::PPC-096AA5FA0BA06EE1::plot::validation_plot::PLOT-2"/>
          <p:cNvSpPr txBox="1"/>
          <p:nvPr/>
        </p:nvSpPr>
        <p:spPr>
          <a:xfrm>
            <a:off x="7791602" y="1376172"/>
            <a:ext cx="3250692" cy="223845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/>
              <a:t>SYNTHETIC_NON_EVIDENCE</a:t>
            </a:r>
          </a:p>
          <a:p>
            <a:r>
              <a:rPr sz="1200"/>
              <a:t>validation_plot</a:t>
            </a:r>
          </a:p>
        </p:txBody>
      </p:sp>
      <p:sp>
        <p:nvSpPr>
          <p:cNvPr id="7" name="PPA::PPA-CASE-B-PHYSICAL::PPC-096AA5FA0BA06EE1::caption_a::caption::CAPTION"/>
          <p:cNvSpPr txBox="1"/>
          <p:nvPr/>
        </p:nvSpPr>
        <p:spPr>
          <a:xfrm>
            <a:off x="1073505" y="3101644"/>
            <a:ext cx="3033979" cy="4663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/>
              <a:t>SYNTHETIC_NON_EVIDENCE</a:t>
            </a:r>
          </a:p>
          <a:p>
            <a:r>
              <a:rPr sz="1200"/>
              <a:t>caption</a:t>
            </a:r>
          </a:p>
        </p:txBody>
      </p:sp>
      <p:sp>
        <p:nvSpPr>
          <p:cNvPr id="8" name="PPA::PPA-CASE-B-PHYSICAL::PPC-096AA5FA0BA06EE1::caption_b::caption::REGION-CAPTION_B"/>
          <p:cNvSpPr txBox="1"/>
          <p:nvPr/>
        </p:nvSpPr>
        <p:spPr>
          <a:xfrm>
            <a:off x="4432554" y="3101644"/>
            <a:ext cx="3033979" cy="4663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/>
              <a:t>SYNTHETIC_NON_EVIDENCE</a:t>
            </a:r>
          </a:p>
          <a:p>
            <a:r>
              <a:rPr sz="1200"/>
              <a:t>caption</a:t>
            </a:r>
          </a:p>
        </p:txBody>
      </p:sp>
      <p:sp>
        <p:nvSpPr>
          <p:cNvPr id="9" name="PPA::PPA-CASE-B-PHYSICAL::PPC-096AA5FA0BA06EE1::measurement_c::secondary_visual::PHOTO-2"/>
          <p:cNvSpPr txBox="1"/>
          <p:nvPr/>
        </p:nvSpPr>
        <p:spPr>
          <a:xfrm>
            <a:off x="7791602" y="3847795"/>
            <a:ext cx="3250692" cy="9326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/>
              <a:t>SYNTHETIC_NON_EVIDENCE</a:t>
            </a:r>
          </a:p>
          <a:p>
            <a:r>
              <a:rPr sz="1200"/>
              <a:t>secondary_visual</a:t>
            </a:r>
          </a:p>
        </p:txBody>
      </p:sp>
      <p:sp>
        <p:nvSpPr>
          <p:cNvPr id="10" name="PPA::PPA-CASE-B-PHYSICAL::PPC-096AA5FA0BA06EE1::context::compact_context::REGION-CONTEXT"/>
          <p:cNvSpPr txBox="1"/>
          <p:nvPr/>
        </p:nvSpPr>
        <p:spPr>
          <a:xfrm>
            <a:off x="1073505" y="4034332"/>
            <a:ext cx="6393027" cy="7927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/>
              <a:t>SYNTHETIC_NON_EVIDENCE</a:t>
            </a:r>
          </a:p>
          <a:p>
            <a:r>
              <a:rPr sz="1200"/>
              <a:t>compact_context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ds-title:PPA-CASE-C-RESULT::PPC-6DC7B591568B4649"/>
          <p:cNvSpPr>
            <a:spLocks noGrp="1"/>
          </p:cNvSpPr>
          <p:nvPr>
            <p:ph type="title"/>
          </p:nvPr>
        </p:nvSpPr>
        <p:spPr>
          <a:xfrm>
            <a:off x="502920" y="201168"/>
            <a:ext cx="11109960" cy="685800"/>
          </a:xfrm>
        </p:spPr>
        <p:txBody>
          <a:bodyPr lIns="0" rIns="0" tIns="0" bIns="0"/>
          <a:lstStyle/>
          <a:p>
            <a:r>
              <a:rPr sz="2200"/>
              <a:t>Planner review CASE-C-RESULT | BCF-REAL-RESULT-VALIDATION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PPA::PPA-CASE-C-RESULT::PPC-6DC7B591568B4649::result::primary_visual::PLOT"/>
          <p:cNvSpPr txBox="1"/>
          <p:nvPr/>
        </p:nvSpPr>
        <p:spPr>
          <a:xfrm>
            <a:off x="1073505" y="1422806"/>
            <a:ext cx="6718096" cy="31245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/>
              <a:t>SYNTHETIC_NON_EVIDENCE</a:t>
            </a:r>
          </a:p>
          <a:p>
            <a:r>
              <a:rPr sz="1200"/>
              <a:t>primary_visual</a:t>
            </a:r>
          </a:p>
        </p:txBody>
      </p:sp>
      <p:sp>
        <p:nvSpPr>
          <p:cNvPr id="5" name="PPA::PPA-CASE-C-RESULT::PPC-6DC7B591568B4649::metric::metric_callout::METRIC"/>
          <p:cNvSpPr txBox="1"/>
          <p:nvPr/>
        </p:nvSpPr>
        <p:spPr>
          <a:xfrm>
            <a:off x="8441740" y="1516075"/>
            <a:ext cx="2600553" cy="10259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/>
              <a:t>SYNTHETIC_NON_EVIDENCE</a:t>
            </a:r>
          </a:p>
          <a:p>
            <a:r>
              <a:rPr sz="1200"/>
              <a:t>metric_callout</a:t>
            </a:r>
          </a:p>
        </p:txBody>
      </p:sp>
      <p:sp>
        <p:nvSpPr>
          <p:cNvPr id="6" name="PPA::PPA-CASE-C-RESULT::PPC-6DC7B591568B4649::context::compact_context::REGION-CONTEXT"/>
          <p:cNvSpPr txBox="1"/>
          <p:nvPr/>
        </p:nvSpPr>
        <p:spPr>
          <a:xfrm>
            <a:off x="8441740" y="3008376"/>
            <a:ext cx="2600553" cy="153893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/>
              <a:t>SYNTHETIC_NON_EVIDENCE</a:t>
            </a:r>
          </a:p>
          <a:p>
            <a:r>
              <a:rPr sz="1200"/>
              <a:t>compact_context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ds-title:PPA-CASE-D-MULTIMODAL::PPC-B2E8AD28884FEC68"/>
          <p:cNvSpPr>
            <a:spLocks noGrp="1"/>
          </p:cNvSpPr>
          <p:nvPr>
            <p:ph type="title"/>
          </p:nvPr>
        </p:nvSpPr>
        <p:spPr>
          <a:xfrm>
            <a:off x="502920" y="201168"/>
            <a:ext cx="11109960" cy="685800"/>
          </a:xfrm>
        </p:spPr>
        <p:txBody>
          <a:bodyPr lIns="0" rIns="0" tIns="0" bIns="0"/>
          <a:lstStyle/>
          <a:p>
            <a:r>
              <a:rPr sz="2200"/>
              <a:t>Planner review CASE-D-MULTIMODAL | BCF-PHYSICAL-VALIDATION-MATRIX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PPA::PPA-CASE-D-MULTIMODAL::PPC-B2E8AD28884FEC68::photo_a::primary_visual::PHOTO"/>
          <p:cNvSpPr txBox="1"/>
          <p:nvPr/>
        </p:nvSpPr>
        <p:spPr>
          <a:xfrm>
            <a:off x="1073505" y="1376172"/>
            <a:ext cx="3033979" cy="153893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/>
              <a:t>SYNTHETIC_NON_EVIDENCE</a:t>
            </a:r>
          </a:p>
          <a:p>
            <a:r>
              <a:rPr sz="1200"/>
              <a:t>primary_visual</a:t>
            </a:r>
          </a:p>
        </p:txBody>
      </p:sp>
      <p:sp>
        <p:nvSpPr>
          <p:cNvPr id="5" name="PPA::PPA-CASE-D-MULTIMODAL::PPC-B2E8AD28884FEC68::photo_b::secondary_visual::REGION-PHOTO_B"/>
          <p:cNvSpPr txBox="1"/>
          <p:nvPr/>
        </p:nvSpPr>
        <p:spPr>
          <a:xfrm>
            <a:off x="4432554" y="1376172"/>
            <a:ext cx="3033979" cy="153893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/>
              <a:t>SYNTHETIC_NON_EVIDENCE</a:t>
            </a:r>
          </a:p>
          <a:p>
            <a:r>
              <a:rPr sz="1200"/>
              <a:t>secondary_visual</a:t>
            </a:r>
          </a:p>
        </p:txBody>
      </p:sp>
      <p:sp>
        <p:nvSpPr>
          <p:cNvPr id="6" name="PPA::PPA-CASE-D-MULTIMODAL::PPC-B2E8AD28884FEC68::plot::validation_plot::REGION-PLOT"/>
          <p:cNvSpPr txBox="1"/>
          <p:nvPr/>
        </p:nvSpPr>
        <p:spPr>
          <a:xfrm>
            <a:off x="7791602" y="1376172"/>
            <a:ext cx="3250692" cy="223845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/>
              <a:t>SYNTHETIC_NON_EVIDENCE</a:t>
            </a:r>
          </a:p>
          <a:p>
            <a:r>
              <a:rPr sz="1200"/>
              <a:t>validation_plot</a:t>
            </a:r>
          </a:p>
        </p:txBody>
      </p:sp>
      <p:sp>
        <p:nvSpPr>
          <p:cNvPr id="7" name="PPA::PPA-CASE-D-MULTIMODAL::PPC-B2E8AD28884FEC68::caption_a::caption::CAPTION"/>
          <p:cNvSpPr txBox="1"/>
          <p:nvPr/>
        </p:nvSpPr>
        <p:spPr>
          <a:xfrm>
            <a:off x="1073505" y="3101644"/>
            <a:ext cx="3033979" cy="4663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/>
              <a:t>SYNTHETIC_NON_EVIDENCE</a:t>
            </a:r>
          </a:p>
          <a:p>
            <a:r>
              <a:rPr sz="1200"/>
              <a:t>caption</a:t>
            </a:r>
          </a:p>
        </p:txBody>
      </p:sp>
      <p:sp>
        <p:nvSpPr>
          <p:cNvPr id="8" name="PPA::PPA-CASE-D-MULTIMODAL::PPC-B2E8AD28884FEC68::caption_b::caption::REGION-CAPTION_B"/>
          <p:cNvSpPr txBox="1"/>
          <p:nvPr/>
        </p:nvSpPr>
        <p:spPr>
          <a:xfrm>
            <a:off x="4432554" y="3101644"/>
            <a:ext cx="3033979" cy="4663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/>
              <a:t>SYNTHETIC_NON_EVIDENCE</a:t>
            </a:r>
          </a:p>
          <a:p>
            <a:r>
              <a:rPr sz="1200"/>
              <a:t>caption</a:t>
            </a:r>
          </a:p>
        </p:txBody>
      </p:sp>
      <p:sp>
        <p:nvSpPr>
          <p:cNvPr id="9" name="PPA::PPA-CASE-D-MULTIMODAL::PPC-B2E8AD28884FEC68::measurement_c::secondary_visual::PLOT"/>
          <p:cNvSpPr txBox="1"/>
          <p:nvPr/>
        </p:nvSpPr>
        <p:spPr>
          <a:xfrm>
            <a:off x="7791602" y="3847795"/>
            <a:ext cx="3250692" cy="9326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/>
              <a:t>SYNTHETIC_NON_EVIDENCE</a:t>
            </a:r>
          </a:p>
          <a:p>
            <a:r>
              <a:rPr sz="1200"/>
              <a:t>secondary_visual</a:t>
            </a:r>
          </a:p>
        </p:txBody>
      </p:sp>
      <p:sp>
        <p:nvSpPr>
          <p:cNvPr id="10" name="PPA::PPA-CASE-D-MULTIMODAL::PPC-B2E8AD28884FEC68::context::compact_context::REGION-CONTEXT"/>
          <p:cNvSpPr txBox="1"/>
          <p:nvPr/>
        </p:nvSpPr>
        <p:spPr>
          <a:xfrm>
            <a:off x="1073505" y="4034332"/>
            <a:ext cx="6393027" cy="7927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/>
              <a:t>SYNTHETIC_NON_EVIDENCE</a:t>
            </a:r>
          </a:p>
          <a:p>
            <a:r>
              <a:rPr sz="1200"/>
              <a:t>compact_context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ds-title:PPA-CASE-E-LITERATURE::PPC-2067AD3AC8E29B97"/>
          <p:cNvSpPr>
            <a:spLocks noGrp="1"/>
          </p:cNvSpPr>
          <p:nvPr>
            <p:ph type="title"/>
          </p:nvPr>
        </p:nvSpPr>
        <p:spPr>
          <a:xfrm>
            <a:off x="502920" y="201168"/>
            <a:ext cx="11109960" cy="685800"/>
          </a:xfrm>
        </p:spPr>
        <p:txBody>
          <a:bodyPr lIns="0" rIns="0" tIns="0" bIns="0"/>
          <a:lstStyle/>
          <a:p>
            <a:r>
              <a:rPr sz="2200"/>
              <a:t>Planner review CASE-E-LITERATURE | BCF-LITERATURE-VISUAL-MATRIX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PPA::PPA-CASE-E-LITERATURE::PPC-2067AD3AC8E29B97::visual_a::primary_visual::FIG-1"/>
          <p:cNvSpPr txBox="1"/>
          <p:nvPr/>
        </p:nvSpPr>
        <p:spPr>
          <a:xfrm>
            <a:off x="1073505" y="1376172"/>
            <a:ext cx="3033979" cy="16322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/>
              <a:t>SYNTHETIC_NON_EVIDENCE</a:t>
            </a:r>
          </a:p>
          <a:p>
            <a:r>
              <a:rPr sz="1200"/>
              <a:t>primary_visual</a:t>
            </a:r>
          </a:p>
        </p:txBody>
      </p:sp>
      <p:sp>
        <p:nvSpPr>
          <p:cNvPr id="5" name="PPA::PPA-CASE-E-LITERATURE::PPC-2067AD3AC8E29B97::visual_b::secondary_visual::FIG-2"/>
          <p:cNvSpPr txBox="1"/>
          <p:nvPr/>
        </p:nvSpPr>
        <p:spPr>
          <a:xfrm>
            <a:off x="4540910" y="1376172"/>
            <a:ext cx="3033979" cy="16322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/>
              <a:t>SYNTHETIC_NON_EVIDENCE</a:t>
            </a:r>
          </a:p>
          <a:p>
            <a:r>
              <a:rPr sz="1200"/>
              <a:t>secondary_visual</a:t>
            </a:r>
          </a:p>
        </p:txBody>
      </p:sp>
      <p:sp>
        <p:nvSpPr>
          <p:cNvPr id="6" name="PPA::PPA-CASE-E-LITERATURE::PPC-2067AD3AC8E29B97::visual_c::secondary_visual::REGION-VISUAL_C"/>
          <p:cNvSpPr txBox="1"/>
          <p:nvPr/>
        </p:nvSpPr>
        <p:spPr>
          <a:xfrm>
            <a:off x="8008315" y="1376172"/>
            <a:ext cx="3033979" cy="16322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/>
              <a:t>SYNTHETIC_NON_EVIDENCE</a:t>
            </a:r>
          </a:p>
          <a:p>
            <a:r>
              <a:rPr sz="1200"/>
              <a:t>secondary_visual</a:t>
            </a:r>
          </a:p>
        </p:txBody>
      </p:sp>
      <p:sp>
        <p:nvSpPr>
          <p:cNvPr id="7" name="PPA::PPA-CASE-E-LITERATURE::PPC-2067AD3AC8E29B97::cite_a::citation_strip::CITE"/>
          <p:cNvSpPr txBox="1"/>
          <p:nvPr/>
        </p:nvSpPr>
        <p:spPr>
          <a:xfrm>
            <a:off x="1073505" y="3194913"/>
            <a:ext cx="3033979" cy="3730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/>
              <a:t>SYNTHETIC_NON_EVIDENCE</a:t>
            </a:r>
          </a:p>
          <a:p>
            <a:r>
              <a:rPr sz="1200"/>
              <a:t>citation_strip</a:t>
            </a:r>
          </a:p>
        </p:txBody>
      </p:sp>
      <p:sp>
        <p:nvSpPr>
          <p:cNvPr id="8" name="PPA::PPA-CASE-E-LITERATURE::PPC-2067AD3AC8E29B97::cite_b::citation_strip::REGION-CITE_B"/>
          <p:cNvSpPr txBox="1"/>
          <p:nvPr/>
        </p:nvSpPr>
        <p:spPr>
          <a:xfrm>
            <a:off x="4540910" y="3194913"/>
            <a:ext cx="3033979" cy="3730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/>
              <a:t>SYNTHETIC_NON_EVIDENCE</a:t>
            </a:r>
          </a:p>
          <a:p>
            <a:r>
              <a:rPr sz="1200"/>
              <a:t>citation_strip</a:t>
            </a:r>
          </a:p>
        </p:txBody>
      </p:sp>
      <p:sp>
        <p:nvSpPr>
          <p:cNvPr id="9" name="PPA::PPA-CASE-E-LITERATURE::PPC-2067AD3AC8E29B97::cite_c::citation_strip::REGION-CITE_C"/>
          <p:cNvSpPr txBox="1"/>
          <p:nvPr/>
        </p:nvSpPr>
        <p:spPr>
          <a:xfrm>
            <a:off x="8008315" y="3194913"/>
            <a:ext cx="3033979" cy="3730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/>
              <a:t>SYNTHETIC_NON_EVIDENCE</a:t>
            </a:r>
          </a:p>
          <a:p>
            <a:r>
              <a:rPr sz="1200"/>
              <a:t>citation_strip</a:t>
            </a:r>
          </a:p>
        </p:txBody>
      </p:sp>
      <p:sp>
        <p:nvSpPr>
          <p:cNvPr id="10" name="PPA::PPA-CASE-E-LITERATURE::PPC-2067AD3AC8E29B97::synthesis::synthesis_callout::REGION-SYNTHESIS"/>
          <p:cNvSpPr txBox="1"/>
          <p:nvPr/>
        </p:nvSpPr>
        <p:spPr>
          <a:xfrm>
            <a:off x="1073505" y="4034332"/>
            <a:ext cx="9968788" cy="7461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/>
              <a:t>SYNTHETIC_NON_EVIDENCE</a:t>
            </a:r>
          </a:p>
          <a:p>
            <a:r>
              <a:rPr sz="1200"/>
              <a:t>synthesis_callout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ds-title:PPA-CASE-F-COMPARISON::PPC-1BB2BEBF7E6618D7"/>
          <p:cNvSpPr>
            <a:spLocks noGrp="1"/>
          </p:cNvSpPr>
          <p:nvPr>
            <p:ph type="title"/>
          </p:nvPr>
        </p:nvSpPr>
        <p:spPr>
          <a:xfrm>
            <a:off x="502920" y="201168"/>
            <a:ext cx="11109960" cy="685800"/>
          </a:xfrm>
        </p:spPr>
        <p:txBody>
          <a:bodyPr lIns="0" rIns="0" tIns="0" bIns="0"/>
          <a:lstStyle/>
          <a:p>
            <a:r>
              <a:rPr sz="2200"/>
              <a:t>Planner review CASE-F-COMPARISON | BCF-TECHNOLOGY-COMPARISON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PPA::PPA-CASE-F-COMPARISON::PPC-1BB2BEBF7E6618D7::approach_a::primary_visual::A"/>
          <p:cNvSpPr txBox="1"/>
          <p:nvPr/>
        </p:nvSpPr>
        <p:spPr>
          <a:xfrm>
            <a:off x="1073505" y="1422806"/>
            <a:ext cx="3033979" cy="223845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/>
              <a:t>SYNTHETIC_NON_EVIDENCE</a:t>
            </a:r>
          </a:p>
          <a:p>
            <a:r>
              <a:rPr sz="1200"/>
              <a:t>primary_visual</a:t>
            </a:r>
          </a:p>
        </p:txBody>
      </p:sp>
      <p:sp>
        <p:nvSpPr>
          <p:cNvPr id="5" name="PPA::PPA-CASE-F-COMPARISON::PPC-1BB2BEBF7E6618D7::criteria::criteria_table::TABLE"/>
          <p:cNvSpPr txBox="1"/>
          <p:nvPr/>
        </p:nvSpPr>
        <p:spPr>
          <a:xfrm>
            <a:off x="4540910" y="1422806"/>
            <a:ext cx="3033979" cy="223845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/>
              <a:t>SYNTHETIC_NON_EVIDENCE</a:t>
            </a:r>
          </a:p>
          <a:p>
            <a:r>
              <a:rPr sz="1200"/>
              <a:t>criteria_table</a:t>
            </a:r>
          </a:p>
        </p:txBody>
      </p:sp>
      <p:sp>
        <p:nvSpPr>
          <p:cNvPr id="6" name="PPA::PPA-CASE-F-COMPARISON::PPC-1BB2BEBF7E6618D7::approach_b::secondary_visual::B"/>
          <p:cNvSpPr txBox="1"/>
          <p:nvPr/>
        </p:nvSpPr>
        <p:spPr>
          <a:xfrm>
            <a:off x="8008315" y="1422806"/>
            <a:ext cx="3033979" cy="223845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/>
              <a:t>SYNTHETIC_NON_EVIDENCE</a:t>
            </a:r>
          </a:p>
          <a:p>
            <a:r>
              <a:rPr sz="1200"/>
              <a:t>secondary_visual</a:t>
            </a:r>
          </a:p>
        </p:txBody>
      </p:sp>
      <p:sp>
        <p:nvSpPr>
          <p:cNvPr id="7" name="PPA::PPA-CASE-F-COMPARISON::PPC-1BB2BEBF7E6618D7::mechanism::mechanism_pair::REGION-MECHANISM"/>
          <p:cNvSpPr txBox="1"/>
          <p:nvPr/>
        </p:nvSpPr>
        <p:spPr>
          <a:xfrm>
            <a:off x="1073505" y="4034332"/>
            <a:ext cx="9968788" cy="8394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/>
              <a:t>SYNTHETIC_NON_EVIDENCE</a:t>
            </a:r>
          </a:p>
          <a:p>
            <a:r>
              <a:rPr sz="1200"/>
              <a:t>mechanism_pair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ds-title:PPA-CASE-G-PRINCIPLE::PPC-E866D0D74E77404B"/>
          <p:cNvSpPr>
            <a:spLocks noGrp="1"/>
          </p:cNvSpPr>
          <p:nvPr>
            <p:ph type="title"/>
          </p:nvPr>
        </p:nvSpPr>
        <p:spPr>
          <a:xfrm>
            <a:off x="502920" y="201168"/>
            <a:ext cx="11109960" cy="685800"/>
          </a:xfrm>
        </p:spPr>
        <p:txBody>
          <a:bodyPr lIns="0" rIns="0" tIns="0" bIns="0"/>
          <a:lstStyle/>
          <a:p>
            <a:r>
              <a:rPr sz="2200"/>
              <a:t>Planner review CASE-G-PRINCIPLE | BCF-PRINCIPLE-EQUIPMENT-SPLIT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PPA::PPA-CASE-G-PRINCIPLE::PPC-E866D0D74E77404B::principle::primary_visual::PRINCIPLE"/>
          <p:cNvSpPr txBox="1"/>
          <p:nvPr/>
        </p:nvSpPr>
        <p:spPr>
          <a:xfrm>
            <a:off x="1073505" y="1422806"/>
            <a:ext cx="4876038" cy="247162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/>
              <a:t>SYNTHETIC_NON_EVIDENCE</a:t>
            </a:r>
          </a:p>
          <a:p>
            <a:r>
              <a:rPr sz="1200"/>
              <a:t>primary_visual</a:t>
            </a:r>
          </a:p>
        </p:txBody>
      </p:sp>
      <p:sp>
        <p:nvSpPr>
          <p:cNvPr id="5" name="PPA::PPA-CASE-G-PRINCIPLE::PPC-E866D0D74E77404B::formula::formula::FORMULA"/>
          <p:cNvSpPr txBox="1"/>
          <p:nvPr/>
        </p:nvSpPr>
        <p:spPr>
          <a:xfrm>
            <a:off x="1073505" y="4220870"/>
            <a:ext cx="4876038" cy="7461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/>
              <a:t>SYNTHETIC_NON_EVIDENCE</a:t>
            </a:r>
          </a:p>
          <a:p>
            <a:r>
              <a:rPr sz="1200"/>
              <a:t>formula</a:t>
            </a:r>
          </a:p>
        </p:txBody>
      </p:sp>
      <p:sp>
        <p:nvSpPr>
          <p:cNvPr id="6" name="PPA::PPA-CASE-G-PRINCIPLE::PPC-E866D0D74E77404B::equipment::secondary_visual::EQUIPMENT"/>
          <p:cNvSpPr txBox="1"/>
          <p:nvPr/>
        </p:nvSpPr>
        <p:spPr>
          <a:xfrm>
            <a:off x="6382969" y="1422806"/>
            <a:ext cx="4659325" cy="223845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/>
              <a:t>SYNTHETIC_NON_EVIDENCE</a:t>
            </a:r>
          </a:p>
          <a:p>
            <a:r>
              <a:rPr sz="1200"/>
              <a:t>secondary_visual</a:t>
            </a:r>
          </a:p>
        </p:txBody>
      </p:sp>
      <p:sp>
        <p:nvSpPr>
          <p:cNvPr id="7" name="PPA::PPA-CASE-G-PRINCIPLE::PPC-E866D0D74E77404B::specification::specification_table::REGION-SPECIFICATION"/>
          <p:cNvSpPr txBox="1"/>
          <p:nvPr/>
        </p:nvSpPr>
        <p:spPr>
          <a:xfrm>
            <a:off x="6382969" y="3941063"/>
            <a:ext cx="4659325" cy="10259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/>
              <a:t>SYNTHETIC_NON_EVIDENCE</a:t>
            </a:r>
          </a:p>
          <a:p>
            <a:r>
              <a:rPr sz="1200"/>
              <a:t>specification_table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ds-title:PPA-CASE-H-HISTORICAL::PPC-468E2014216AC345"/>
          <p:cNvSpPr>
            <a:spLocks noGrp="1"/>
          </p:cNvSpPr>
          <p:nvPr>
            <p:ph type="title"/>
          </p:nvPr>
        </p:nvSpPr>
        <p:spPr>
          <a:xfrm>
            <a:off x="502920" y="201168"/>
            <a:ext cx="11109960" cy="685800"/>
          </a:xfrm>
        </p:spPr>
        <p:txBody>
          <a:bodyPr lIns="0" rIns="0" tIns="0" bIns="0"/>
          <a:lstStyle/>
          <a:p>
            <a:r>
              <a:rPr sz="2200"/>
              <a:t>Planner review CASE-H-HISTORICAL | BCF-REAL-RESULT-VALIDATION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PPA::PPA-CASE-H-HISTORICAL::PPC-468E2014216AC345::result::primary_visual::PLOT"/>
          <p:cNvSpPr txBox="1"/>
          <p:nvPr/>
        </p:nvSpPr>
        <p:spPr>
          <a:xfrm>
            <a:off x="1073505" y="1422806"/>
            <a:ext cx="6718096" cy="31245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/>
              <a:t>SYNTHETIC_NON_EVIDENCE</a:t>
            </a:r>
          </a:p>
          <a:p>
            <a:r>
              <a:rPr sz="1200"/>
              <a:t>primary_visual</a:t>
            </a:r>
          </a:p>
        </p:txBody>
      </p:sp>
      <p:sp>
        <p:nvSpPr>
          <p:cNvPr id="5" name="PPA::PPA-CASE-H-HISTORICAL::PPC-468E2014216AC345::metric::metric_callout::METRIC"/>
          <p:cNvSpPr txBox="1"/>
          <p:nvPr/>
        </p:nvSpPr>
        <p:spPr>
          <a:xfrm>
            <a:off x="8441740" y="1516075"/>
            <a:ext cx="2600553" cy="10259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/>
              <a:t>SYNTHETIC_NON_EVIDENCE</a:t>
            </a:r>
          </a:p>
          <a:p>
            <a:r>
              <a:rPr sz="1200"/>
              <a:t>metric_callout</a:t>
            </a:r>
          </a:p>
        </p:txBody>
      </p:sp>
      <p:sp>
        <p:nvSpPr>
          <p:cNvPr id="6" name="PPA::PPA-CASE-H-HISTORICAL::PPC-468E2014216AC345::context::compact_context::REGION-CONTEXT"/>
          <p:cNvSpPr txBox="1"/>
          <p:nvPr/>
        </p:nvSpPr>
        <p:spPr>
          <a:xfrm>
            <a:off x="8441740" y="3008376"/>
            <a:ext cx="2600553" cy="153893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/>
              <a:t>SYNTHETIC_NON_EVIDENCE</a:t>
            </a:r>
          </a:p>
          <a:p>
            <a:r>
              <a:rPr sz="1200"/>
              <a:t>compact_context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ds-title:PPA-CASE-I-CONTINUATION::PPC-F1CFC7CC4822B5C0"/>
          <p:cNvSpPr>
            <a:spLocks noGrp="1"/>
          </p:cNvSpPr>
          <p:nvPr>
            <p:ph type="title"/>
          </p:nvPr>
        </p:nvSpPr>
        <p:spPr>
          <a:xfrm>
            <a:off x="502920" y="201168"/>
            <a:ext cx="11109960" cy="685800"/>
          </a:xfrm>
        </p:spPr>
        <p:txBody>
          <a:bodyPr lIns="0" rIns="0" tIns="0" bIns="0"/>
          <a:lstStyle/>
          <a:p>
            <a:r>
              <a:rPr sz="2200"/>
              <a:t>Planner review CASE-I-CONTINUATION | BCF-HARDWARE-DESIGN-PROCEDURE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PPA::PPA-CASE-I-CONTINUATION::PPC-F1CFC7CC4822B5C0::hardware::primary_visual::CAD"/>
          <p:cNvSpPr txBox="1"/>
          <p:nvPr/>
        </p:nvSpPr>
        <p:spPr>
          <a:xfrm>
            <a:off x="1073505" y="1376172"/>
            <a:ext cx="6067958" cy="32644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/>
              <a:t>SYNTHETIC_NON_EVIDENCE</a:t>
            </a:r>
          </a:p>
          <a:p>
            <a:r>
              <a:rPr sz="1200"/>
              <a:t>primary_visual</a:t>
            </a:r>
          </a:p>
        </p:txBody>
      </p:sp>
      <p:sp>
        <p:nvSpPr>
          <p:cNvPr id="5" name="PPA::PPA-CASE-I-CONTINUATION::PPC-F1CFC7CC4822B5C0::procedure::procedure::CONTROLS"/>
          <p:cNvSpPr txBox="1"/>
          <p:nvPr/>
        </p:nvSpPr>
        <p:spPr>
          <a:xfrm>
            <a:off x="7683246" y="1376172"/>
            <a:ext cx="3359048" cy="223845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/>
              <a:t>SYNTHETIC_NON_EVIDENCE</a:t>
            </a:r>
          </a:p>
          <a:p>
            <a:r>
              <a:rPr sz="1200"/>
              <a:t>procedure</a:t>
            </a:r>
          </a:p>
        </p:txBody>
      </p:sp>
      <p:sp>
        <p:nvSpPr>
          <p:cNvPr id="6" name="PPA::PPA-CASE-I-CONTINUATION::PPC-F1CFC7CC4822B5C0::go::go_criterion::GO"/>
          <p:cNvSpPr txBox="1"/>
          <p:nvPr/>
        </p:nvSpPr>
        <p:spPr>
          <a:xfrm>
            <a:off x="7683246" y="3941063"/>
            <a:ext cx="3359048" cy="7461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/>
              <a:t>SYNTHETIC_NON_EVIDENCE</a:t>
            </a:r>
          </a:p>
          <a:p>
            <a:r>
              <a:rPr sz="1200"/>
              <a:t>go_criterion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ds-title:PPA-CASE-J-DIVERSITY::PPC-8B074929C8B57B90"/>
          <p:cNvSpPr>
            <a:spLocks noGrp="1"/>
          </p:cNvSpPr>
          <p:nvPr>
            <p:ph type="title"/>
          </p:nvPr>
        </p:nvSpPr>
        <p:spPr>
          <a:xfrm>
            <a:off x="502920" y="201168"/>
            <a:ext cx="11109960" cy="685800"/>
          </a:xfrm>
        </p:spPr>
        <p:txBody>
          <a:bodyPr lIns="0" rIns="0" tIns="0" bIns="0"/>
          <a:lstStyle/>
          <a:p>
            <a:r>
              <a:rPr sz="2200"/>
              <a:t>Planner review CASE-J-DIVERSITY | BCF-THREE-COLUMN-PHYSICAL-COMPARISON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PPA::PPA-CASE-J-DIVERSITY::PPC-8B074929C8B57B90::column_a::primary_visual::P1"/>
          <p:cNvSpPr txBox="1"/>
          <p:nvPr/>
        </p:nvSpPr>
        <p:spPr>
          <a:xfrm>
            <a:off x="1073505" y="1422806"/>
            <a:ext cx="2925622" cy="261152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/>
              <a:t>SYNTHETIC_NON_EVIDENCE</a:t>
            </a:r>
          </a:p>
          <a:p>
            <a:r>
              <a:rPr sz="1200"/>
              <a:t>primary_visual</a:t>
            </a:r>
          </a:p>
        </p:txBody>
      </p:sp>
      <p:sp>
        <p:nvSpPr>
          <p:cNvPr id="5" name="PPA::PPA-CASE-J-DIVERSITY::PPC-8B074929C8B57B90::column_b::secondary_visual::P2"/>
          <p:cNvSpPr txBox="1"/>
          <p:nvPr/>
        </p:nvSpPr>
        <p:spPr>
          <a:xfrm>
            <a:off x="4595088" y="1422806"/>
            <a:ext cx="2925622" cy="261152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/>
              <a:t>SYNTHETIC_NON_EVIDENCE</a:t>
            </a:r>
          </a:p>
          <a:p>
            <a:r>
              <a:rPr sz="1200"/>
              <a:t>secondary_visual</a:t>
            </a:r>
          </a:p>
        </p:txBody>
      </p:sp>
      <p:sp>
        <p:nvSpPr>
          <p:cNvPr id="6" name="PPA::PPA-CASE-J-DIVERSITY::PPC-8B074929C8B57B90::column_c::secondary_visual::P3"/>
          <p:cNvSpPr txBox="1"/>
          <p:nvPr/>
        </p:nvSpPr>
        <p:spPr>
          <a:xfrm>
            <a:off x="8116671" y="1422806"/>
            <a:ext cx="2925622" cy="261152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/>
              <a:t>SYNTHETIC_NON_EVIDENCE</a:t>
            </a:r>
          </a:p>
          <a:p>
            <a:r>
              <a:rPr sz="1200"/>
              <a:t>secondary_visual</a:t>
            </a:r>
          </a:p>
        </p:txBody>
      </p:sp>
      <p:sp>
        <p:nvSpPr>
          <p:cNvPr id="7" name="PPA::PPA-CASE-J-DIVERSITY::PPC-8B074929C8B57B90::criteria::criteria_strip::REGION-CRITERIA"/>
          <p:cNvSpPr txBox="1"/>
          <p:nvPr/>
        </p:nvSpPr>
        <p:spPr>
          <a:xfrm>
            <a:off x="1073505" y="4407408"/>
            <a:ext cx="6501384" cy="5596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/>
              <a:t>SYNTHETIC_NON_EVIDENCE</a:t>
            </a:r>
          </a:p>
          <a:p>
            <a:r>
              <a:rPr sz="1200"/>
              <a:t>criteria_strip</a:t>
            </a:r>
          </a:p>
        </p:txBody>
      </p:sp>
      <p:sp>
        <p:nvSpPr>
          <p:cNvPr id="8" name="PPA::PPA-CASE-J-DIVERSITY::PPC-8B074929C8B57B90::decision::decision_callout::REGION-DECISION"/>
          <p:cNvSpPr txBox="1"/>
          <p:nvPr/>
        </p:nvSpPr>
        <p:spPr>
          <a:xfrm>
            <a:off x="8225027" y="4407408"/>
            <a:ext cx="2817266" cy="5596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/>
              <a:t>SYNTHETIC_NON_EVIDENCE</a:t>
            </a:r>
          </a:p>
          <a:p>
            <a:r>
              <a:rPr sz="1200"/>
              <a:t>decision_callout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ds-title:PPA-CASE-J-DIVERSITY::PPC-EFFDE13A1C6DCF85"/>
          <p:cNvSpPr>
            <a:spLocks noGrp="1"/>
          </p:cNvSpPr>
          <p:nvPr>
            <p:ph type="title"/>
          </p:nvPr>
        </p:nvSpPr>
        <p:spPr>
          <a:xfrm>
            <a:off x="502920" y="201168"/>
            <a:ext cx="11109960" cy="685800"/>
          </a:xfrm>
        </p:spPr>
        <p:txBody>
          <a:bodyPr lIns="0" rIns="0" tIns="0" bIns="0"/>
          <a:lstStyle/>
          <a:p>
            <a:r>
              <a:rPr sz="2200"/>
              <a:t>Planner review CASE-J-DIVERSITY | BCF-PHYSICAL-VALIDATION-MATRIX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PPA::PPA-CASE-J-DIVERSITY::PPC-EFFDE13A1C6DCF85::photo_a::primary_visual::P1"/>
          <p:cNvSpPr txBox="1"/>
          <p:nvPr/>
        </p:nvSpPr>
        <p:spPr>
          <a:xfrm>
            <a:off x="1073505" y="1376172"/>
            <a:ext cx="3033979" cy="153893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/>
              <a:t>SYNTHETIC_NON_EVIDENCE</a:t>
            </a:r>
          </a:p>
          <a:p>
            <a:r>
              <a:rPr sz="1200"/>
              <a:t>primary_visual</a:t>
            </a:r>
          </a:p>
        </p:txBody>
      </p:sp>
      <p:sp>
        <p:nvSpPr>
          <p:cNvPr id="5" name="PPA::PPA-CASE-J-DIVERSITY::PPC-EFFDE13A1C6DCF85::photo_b::secondary_visual::P3"/>
          <p:cNvSpPr txBox="1"/>
          <p:nvPr/>
        </p:nvSpPr>
        <p:spPr>
          <a:xfrm>
            <a:off x="4432554" y="1376172"/>
            <a:ext cx="3033979" cy="153893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/>
              <a:t>SYNTHETIC_NON_EVIDENCE</a:t>
            </a:r>
          </a:p>
          <a:p>
            <a:r>
              <a:rPr sz="1200"/>
              <a:t>secondary_visual</a:t>
            </a:r>
          </a:p>
        </p:txBody>
      </p:sp>
      <p:sp>
        <p:nvSpPr>
          <p:cNvPr id="6" name="PPA::PPA-CASE-J-DIVERSITY::PPC-EFFDE13A1C6DCF85::plot::validation_plot::REGION-PLOT"/>
          <p:cNvSpPr txBox="1"/>
          <p:nvPr/>
        </p:nvSpPr>
        <p:spPr>
          <a:xfrm>
            <a:off x="7791602" y="1376172"/>
            <a:ext cx="3250692" cy="223845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/>
              <a:t>SYNTHETIC_NON_EVIDENCE</a:t>
            </a:r>
          </a:p>
          <a:p>
            <a:r>
              <a:rPr sz="1200"/>
              <a:t>validation_plot</a:t>
            </a:r>
          </a:p>
        </p:txBody>
      </p:sp>
      <p:sp>
        <p:nvSpPr>
          <p:cNvPr id="7" name="PPA::PPA-CASE-J-DIVERSITY::PPC-EFFDE13A1C6DCF85::caption_a::caption::REGION-CAPTION_A"/>
          <p:cNvSpPr txBox="1"/>
          <p:nvPr/>
        </p:nvSpPr>
        <p:spPr>
          <a:xfrm>
            <a:off x="1073505" y="3101644"/>
            <a:ext cx="3033979" cy="4663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/>
              <a:t>SYNTHETIC_NON_EVIDENCE</a:t>
            </a:r>
          </a:p>
          <a:p>
            <a:r>
              <a:rPr sz="1200"/>
              <a:t>caption</a:t>
            </a:r>
          </a:p>
        </p:txBody>
      </p:sp>
      <p:sp>
        <p:nvSpPr>
          <p:cNvPr id="8" name="PPA::PPA-CASE-J-DIVERSITY::PPC-EFFDE13A1C6DCF85::caption_b::caption::REGION-CAPTION_B"/>
          <p:cNvSpPr txBox="1"/>
          <p:nvPr/>
        </p:nvSpPr>
        <p:spPr>
          <a:xfrm>
            <a:off x="4432554" y="3101644"/>
            <a:ext cx="3033979" cy="4663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/>
              <a:t>SYNTHETIC_NON_EVIDENCE</a:t>
            </a:r>
          </a:p>
          <a:p>
            <a:r>
              <a:rPr sz="1200"/>
              <a:t>caption</a:t>
            </a:r>
          </a:p>
        </p:txBody>
      </p:sp>
      <p:sp>
        <p:nvSpPr>
          <p:cNvPr id="9" name="PPA::PPA-CASE-J-DIVERSITY::PPC-EFFDE13A1C6DCF85::measurement_c::secondary_visual::P2"/>
          <p:cNvSpPr txBox="1"/>
          <p:nvPr/>
        </p:nvSpPr>
        <p:spPr>
          <a:xfrm>
            <a:off x="7791602" y="3847795"/>
            <a:ext cx="3250692" cy="9326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/>
              <a:t>SYNTHETIC_NON_EVIDENCE</a:t>
            </a:r>
          </a:p>
          <a:p>
            <a:r>
              <a:rPr sz="1200"/>
              <a:t>secondary_visual</a:t>
            </a:r>
          </a:p>
        </p:txBody>
      </p:sp>
      <p:sp>
        <p:nvSpPr>
          <p:cNvPr id="10" name="PPA::PPA-CASE-J-DIVERSITY::PPC-EFFDE13A1C6DCF85::context::compact_context::REGION-CONTEXT"/>
          <p:cNvSpPr txBox="1"/>
          <p:nvPr/>
        </p:nvSpPr>
        <p:spPr>
          <a:xfrm>
            <a:off x="1073505" y="4034332"/>
            <a:ext cx="6393027" cy="7927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/>
              <a:t>SYNTHETIC_NON_EVIDENCE</a:t>
            </a:r>
          </a:p>
          <a:p>
            <a:r>
              <a:rPr sz="1200"/>
              <a:t>compact_context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