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65126"/>
            <a:ext cx="10515600" cy="13255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828800"/>
            <a:ext cx="10835640" cy="39319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828800"/>
            <a:ext cx="10835640" cy="393192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828800"/>
            <a:ext cx="10835640" cy="39319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1828800"/>
            <a:ext cx="10835640" cy="39319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828800"/>
            <a:ext cx="10835640" cy="39319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1828800"/>
            <a:ext cx="10835640" cy="39319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" y="1828800"/>
            <a:ext cx="10835640" cy="39319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80" y="1828800"/>
            <a:ext cx="10835640" cy="39319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828800"/>
            <a:ext cx="10835640" cy="39319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1828800"/>
            <a:ext cx="10835640" cy="39319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1828800"/>
            <a:ext cx="10835640" cy="39319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1828800"/>
            <a:ext cx="10835640" cy="39319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8200" y="365126"/>
            <a:ext cx="10515600" cy="1325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1828800"/>
            <a:ext cx="10835640" cy="39319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