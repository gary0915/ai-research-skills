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0" y="365126"/>
            <a:ext cx="10515600" cy="132556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143000"/>
            <a:ext cx="10835640" cy="466344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143000"/>
            <a:ext cx="10835640" cy="46634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143000"/>
            <a:ext cx="1083564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1143000"/>
            <a:ext cx="1083564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143000"/>
            <a:ext cx="10835640" cy="466344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1143000"/>
            <a:ext cx="10835640" cy="46634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" y="1143000"/>
            <a:ext cx="10835640" cy="466344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80" y="1143000"/>
            <a:ext cx="10835640" cy="46634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143000"/>
            <a:ext cx="1083564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143000"/>
            <a:ext cx="10835640" cy="466344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143000"/>
            <a:ext cx="10835640" cy="466344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1143000"/>
            <a:ext cx="10835640" cy="466344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8200" y="365126"/>
            <a:ext cx="10515600" cy="132556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1143000"/>
            <a:ext cx="10835640" cy="466344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